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AI-Tutor MVP: статус и дорожная карта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Презентация для стейкхолдера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2026-08-14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Короткий 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AI-Tutor уже доведён до рабочего MVP: есть ученик, родитель, учитель, администратор, готовая математика 42/42, мониторинг, backup и production-контур.</a:t>
            </a:r>
          </a:p>
          <a:p>
            <a:pPr lvl="0" indent="0" marL="0">
              <a:buNone/>
            </a:pPr>
            <a:r>
              <a:rPr/>
              <a:t>Следующий этап — не добавлять хаотично новые функции, а доказать пользу на живом math-пилоте и потом масштабировать проверенный шаблон.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 частей презентации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Что сделано по итогам проекта.</a:t>
            </a:r>
          </a:p>
          <a:p>
            <a:pPr lvl="0" indent="-342900" marL="342900">
              <a:buAutoNum type="arabicPeriod"/>
            </a:pPr>
            <a:r>
              <a:rPr/>
              <a:t>Что предстоит сделать в ближайший месяц.</a:t>
            </a:r>
          </a:p>
          <a:p>
            <a:pPr lvl="0" indent="-342900" marL="342900">
              <a:buAutoNum type="arabicPeriod"/>
            </a:pPr>
            <a:r>
              <a:rPr/>
              <a:t>Что предстоит сделать в ближайшие 3 месяца.</a:t>
            </a:r>
          </a:p>
          <a:p>
            <a:pPr lvl="0" indent="-342900" marL="342900">
              <a:buAutoNum type="arabicPeriod"/>
            </a:pPr>
            <a:r>
              <a:rPr/>
              <a:t>В чём будет глобальное отличие проекта в каждой фазе от предыдущей.</a:t>
            </a:r>
          </a:p>
          <a:p>
            <a:pPr lvl="0" indent="-342900" marL="342900">
              <a:buAutoNum type="arabicPeriod"/>
            </a:pPr>
            <a:r>
              <a:rPr/>
              <a:t>Топ-5 фишек на каждом этапе проекта.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Что сделано по итогам проекта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Направление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Что сделано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Что это даёт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Рабочий продукт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Production MVP, основные роли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Можно тестировать реальный сценарий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Ученик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Предметы, темы, урок, чат, практика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Ребёнок понимает следующий шаг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Математика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42/42 темы готовы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Есть база для пилота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Источники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Проверенная привязка к материалам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Ответы не выглядят “из воздуха”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Практика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Задания и follow-up кнопки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Можно тренироваться, а не только читать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Что сделано: роли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Что работает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Простая польза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Ученик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Диагностика, маршрут, урок, практика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Учится по шагам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Родитель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Сводка прогресса и рекомендации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Понимает, где помочь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Учитель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Готовность тем и материалы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Управляет качеством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Админ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Пользователи, инвайты, аудит, мониторинг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Контролирует систему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Что сделано: надёжность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Production работает на </a:t>
            </a:r>
            <a:r>
              <a:rPr>
                <a:latin typeface="Courier"/>
              </a:rPr>
              <a:t>school.431a.ru</a:t>
            </a:r>
            <a:r>
              <a:rPr/>
              <a:t>.</a:t>
            </a:r>
          </a:p>
          <a:p>
            <a:pPr lvl="0"/>
            <a:r>
              <a:rPr/>
              <a:t>Есть backup и offsite-копии.</a:t>
            </a:r>
          </a:p>
          <a:p>
            <a:pPr lvl="0"/>
            <a:r>
              <a:rPr/>
              <a:t>Есть Prometheus/Grafana мониторинг.</a:t>
            </a:r>
          </a:p>
          <a:p>
            <a:pPr lvl="0"/>
            <a:r>
              <a:rPr/>
              <a:t>Есть health-checks и понятный deploy/rollback контур.</a:t>
            </a:r>
          </a:p>
          <a:p>
            <a:pPr lvl="0"/>
            <a:r>
              <a:rPr/>
              <a:t>После последних изменений production healthy.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Ближайший месяц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Приоритет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Что делаем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Что это даст пользователю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Живой пилот с учеником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Проверим реальное обучение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Вычитка математики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Задания станут понятнее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Больше практики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Меньше повторов, лучше закрепление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Adaptive progression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Следующая тема выбирается по ошибкам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Еженедельный отчёт родителю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Семья понимает, что делать завтра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Как продукт выглядит через месяц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Ребёнок проходит диагностику и получает маршрут.</a:t>
            </a:r>
          </a:p>
          <a:p>
            <a:pPr lvl="0"/>
            <a:r>
              <a:rPr/>
              <a:t>Темы не выбираются случайно — система ведёт дальше.</a:t>
            </a:r>
          </a:p>
          <a:p>
            <a:pPr lvl="0"/>
            <a:r>
              <a:rPr/>
              <a:t>У каждой темы есть несколько вариантов практики.</a:t>
            </a:r>
          </a:p>
          <a:p>
            <a:pPr lvl="0"/>
            <a:r>
              <a:rPr/>
              <a:t>Родитель получает простой отчёт без технических деталей.</a:t>
            </a:r>
          </a:p>
          <a:p>
            <a:pPr lvl="0"/>
            <a:r>
              <a:rPr/>
              <a:t>Учитель видит, что требует правки.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Ближайшие 3 месяца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Период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Главный фокус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Что делаем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Что это даст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Месяц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Пилот математики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Живое тестирование, редактура, практика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Докажем пользу на одном предмете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Месяц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Новые предметы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Алгебра и геометрия по тому же стандарту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Проект перестаёт быть только математикой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Месяц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Платформа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Аналитика, качество, масштабирование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Появляется управляемая система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Результат через 3 месяца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Математика стабилизирована и проверена живым использованием.</a:t>
            </a:r>
          </a:p>
          <a:p>
            <a:pPr lvl="0"/>
            <a:r>
              <a:rPr/>
              <a:t>Алгебра и геометрия подготовлены по тому же шаблону.</a:t>
            </a:r>
          </a:p>
          <a:p>
            <a:pPr lvl="0"/>
            <a:r>
              <a:rPr/>
              <a:t>Ошибки ребёнка влияют на повторение и следующую тему.</a:t>
            </a:r>
          </a:p>
          <a:p>
            <a:pPr lvl="0"/>
            <a:r>
              <a:rPr/>
              <a:t>Учитель управляет качеством материалов.</a:t>
            </a:r>
          </a:p>
          <a:p>
            <a:pPr lvl="0"/>
            <a:r>
              <a:rPr/>
              <a:t>Можно подключать больше учеников без ручного хаоса.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Отличие фаз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Фаза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Как выглядит проект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Главное отличие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Прототип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Идея и AI-ответ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Проверяем возможность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MVP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Полный пользовательский контур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Появляется учебный сценарий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Пилот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Реальный ребёнок и качество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Проверяем пользу в живом обучении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Платформа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Несколько предметов и аналитика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Масштабируем проверенный процесс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Экосистема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Методика, пользователи, партнёры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Образовательный продукт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Главная мысль по фазам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Каждая фаза повышает не количество экранов, а уровень доверия к учебному процессу.</a:t>
            </a:r>
          </a:p>
          <a:p>
            <a:pPr lvl="0"/>
            <a:r>
              <a:rPr/>
              <a:t>Прототип отвечает на вопрос: “можно ли сделать?”</a:t>
            </a:r>
          </a:p>
          <a:p>
            <a:pPr lvl="0"/>
            <a:r>
              <a:rPr/>
              <a:t>MVP отвечает: “работает ли полный сценарий?”</a:t>
            </a:r>
          </a:p>
          <a:p>
            <a:pPr lvl="0"/>
            <a:r>
              <a:rPr/>
              <a:t>Пилот отвечает: “помогает ли ребёнку?”</a:t>
            </a:r>
          </a:p>
          <a:p>
            <a:pPr lvl="0"/>
            <a:r>
              <a:rPr/>
              <a:t>Платформа отвечает: “можно ли масштабировать?”</a:t>
            </a:r>
          </a:p>
          <a:p>
            <a:pPr lvl="0"/>
            <a:r>
              <a:rPr/>
              <a:t>Экосистема отвечает: “можно ли строить вокруг этого продукт?”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Топ-5 фишек текущего этапа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Фишка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Почему важно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Математика 42/42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Полный учебный маршрут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AI-урок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Объяснение, чат, практика, следующий шаг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Родительская сводка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Семья понимает прогресс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Учительская готовность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Качество можно улучшать управляемо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Ops-контур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Backup и мониторинг снижают риск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Топ-5 фишек ближайшего месяца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Фишка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Пользовательская ценность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Живой маршрут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Система ведёт ребёнка дальше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Редакторское качество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Задания звучат как у репетитора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Вариативная практика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Больше способов закрепить тему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Диагностика старта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Учим слабые места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Еженедельный отчёт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Родитель понимает, что делать завтра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Топ-5 фишек горизонта 3 месяца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Фишка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Пользовательская ценность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Несколько предметов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Подход работает шире математики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Адаптивный план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Темы выбираются по данным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Контроль качества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Учитель управляет качеством AI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Аналитика обучения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Видно, где дети застревают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Масштабируемый пилот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Можно подключать больше учеников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Финальная рекомендация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Следующий правильный шаг — живой math-пилот.</a:t>
            </a:r>
          </a:p>
          <a:p>
            <a:pPr lvl="0" indent="0" marL="0">
              <a:buNone/>
            </a:pPr>
            <a:r>
              <a:rPr/>
              <a:t>Сначала нужно доказать:</a:t>
            </a:r>
          </a:p>
          <a:p>
            <a:pPr lvl="0" indent="-342900" marL="342900">
              <a:buAutoNum type="arabicPeriod"/>
            </a:pPr>
            <a:r>
              <a:rPr/>
              <a:t>ребёнок реально проходит уроки;</a:t>
            </a:r>
          </a:p>
          <a:p>
            <a:pPr lvl="0" indent="-342900" marL="342900">
              <a:buAutoNum type="arabicPeriod"/>
            </a:pPr>
            <a:r>
              <a:rPr/>
              <a:t>практика помогает закреплять темы;</a:t>
            </a:r>
          </a:p>
          <a:p>
            <a:pPr lvl="0" indent="-342900" marL="342900">
              <a:buAutoNum type="arabicPeriod"/>
            </a:pPr>
            <a:r>
              <a:rPr/>
              <a:t>родитель понимает отчёт;</a:t>
            </a:r>
          </a:p>
          <a:p>
            <a:pPr lvl="0" indent="-342900" marL="342900">
              <a:buAutoNum type="arabicPeriod"/>
            </a:pPr>
            <a:r>
              <a:rPr/>
              <a:t>учитель может улучшать качество;</a:t>
            </a:r>
          </a:p>
          <a:p>
            <a:pPr lvl="0" indent="-342900" marL="342900">
              <a:buAutoNum type="arabicPeriod"/>
            </a:pPr>
            <a:r>
              <a:rPr/>
              <a:t>система остаётся стабильной после регулярного использования.</a:t>
            </a:r>
          </a:p>
          <a:p>
            <a:pPr lvl="0" indent="0" marL="0">
              <a:buNone/>
            </a:pPr>
            <a:r>
              <a:rPr/>
              <a:t>После этого можно масштабировать шаблон на алгебру, геометрию и другие предметы.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AI-Tutor MVP: статус и дорожная карта</dc:title>
  <dc:creator>Презентация для стейкхолдера</dc:creator>
  <cp:keywords/>
  <dcterms:created xsi:type="dcterms:W3CDTF">2026-08-14T14:02:56Z</dcterms:created>
  <dcterms:modified xsi:type="dcterms:W3CDTF">2026-08-14T14:02:56Z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2026-08-14</vt:lpwstr>
  </property>
</Properties>
</file>